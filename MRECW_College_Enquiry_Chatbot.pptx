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f82c1dd-e32d-f7ac-848b-64c3f6df2a58}">
          <p14:sldIdLst>
            <p14:sldId id="256"/>
            <p14:sldId id="257"/>
            <p14:sldId id="258"/>
          </p14:sldIdLst>
        </p14:section>
        <p14:section name="Campus" id="{c0257274-eb31-796c-fff6-198efdb5d2a8}">
          <p14:sldIdLst>
            <p14:sldId id="259"/>
            <p14:sldId id="260"/>
            <p14:sldId id="261"/>
            <p14:sldId id="262"/>
          </p14:sldIdLst>
        </p14:section>
        <p14:section name="System" id="{6e9ef718-b807-3bb2-a3e1-96298d6b8292}">
          <p14:sldIdLst>
            <p14:sldId id="263"/>
            <p14:sldId id="264"/>
            <p14:sldId id="265"/>
            <p14:sldId id="266"/>
          </p14:sldIdLst>
        </p14:section>
        <p14:section name="Close" id="{2d9369b3-1540-6bbb-a985-ec38dfb9d47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chatbot that answers prospective students' and parents' questions about MRECW.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AI-Based College Enquiry Chatbot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Malla Reddy Engineering College for Women (MRECW)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Maisammaguda, Hyderabad, Telangana</a:t>
            </a:r>
            <a:endParaRPr lang="en-US" sz="1400" dirty="0"/>
          </a:p>
        </p:txBody>
      </p:sp>
      <p:sp>
        <p:nvSpPr>
          <p:cNvPr id="5" name="Chat panel"/>
          <p:cNvSpPr/>
          <p:nvPr/>
        </p:nvSpPr>
        <p:spPr>
          <a:xfrm>
            <a:off x="5943600" y="822960"/>
            <a:ext cx="2651760" cy="3474720"/>
          </a:xfrm>
          <a:prstGeom prst="roundRect">
            <a:avLst>
              <a:gd name="adj" fmla="val 6897"/>
            </a:avLst>
          </a:prstGeom>
          <a:solidFill>
            <a:srgbClr val="4E2D7A"/>
          </a:solidFill>
          <a:ln w="12700">
            <a:solidFill>
              <a:srgbClr val="4E2D7A"/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6903720" y="10058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161288"/>
            <a:ext cx="420624" cy="420624"/>
          </a:xfrm>
          <a:prstGeom prst="rect">
            <a:avLst/>
          </a:prstGeom>
        </p:spPr>
      </p:pic>
      <p:sp>
        <p:nvSpPr>
          <p:cNvPr id="8" name="Bubble"/>
          <p:cNvSpPr/>
          <p:nvPr/>
        </p:nvSpPr>
        <p:spPr>
          <a:xfrm>
            <a:off x="6172200" y="1920240"/>
            <a:ext cx="1828800" cy="54864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7220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Which courses?</a:t>
            </a:r>
            <a:endParaRPr lang="en-US" sz="1400" dirty="0"/>
          </a:p>
        </p:txBody>
      </p:sp>
      <p:sp>
        <p:nvSpPr>
          <p:cNvPr id="10" name="Bubble"/>
          <p:cNvSpPr/>
          <p:nvPr/>
        </p:nvSpPr>
        <p:spPr>
          <a:xfrm>
            <a:off x="6583680" y="2651760"/>
            <a:ext cx="1783080" cy="868680"/>
          </a:xfrm>
          <a:prstGeom prst="roundRect">
            <a:avLst>
              <a:gd name="adj" fmla="val 157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26517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 B.Tech programmes, ask me more!</a:t>
            </a:r>
            <a:endParaRPr lang="en-US" sz="1400" dirty="0"/>
          </a:p>
        </p:txBody>
      </p:sp>
      <p:sp>
        <p:nvSpPr>
          <p:cNvPr id="12" name="Input bar"/>
          <p:cNvSpPr/>
          <p:nvPr/>
        </p:nvSpPr>
        <p:spPr>
          <a:xfrm>
            <a:off x="6172200" y="365760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6A4797"/>
          </a:solidFill>
          <a:ln w="12700">
            <a:solidFill>
              <a:srgbClr val="6A479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enquiry problem</a:t>
            </a:r>
            <a:endParaRPr lang="en-US" sz="3600" dirty="0"/>
          </a:p>
        </p:txBody>
      </p:sp>
      <p:sp>
        <p:nvSpPr>
          <p:cNvPr id="3" name="Icon circle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533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Same questions, again and again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7007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Courses, hostels and admission routes are asked about daily.</a:t>
            </a:r>
            <a:endParaRPr lang="en-US" sz="1400" dirty="0"/>
          </a:p>
        </p:txBody>
      </p:sp>
      <p:sp>
        <p:nvSpPr>
          <p:cNvPr id="7" name="Icon circle"/>
          <p:cNvSpPr/>
          <p:nvPr/>
        </p:nvSpPr>
        <p:spPr>
          <a:xfrm>
            <a:off x="548640" y="2468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596896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450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Answers only in office hours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7980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Students and parents often search late in the evening.</a:t>
            </a:r>
            <a:endParaRPr lang="en-US" sz="1400" dirty="0"/>
          </a:p>
        </p:txBody>
      </p:sp>
      <p:sp>
        <p:nvSpPr>
          <p:cNvPr id="11" name="Icon circle"/>
          <p:cNvSpPr/>
          <p:nvPr/>
        </p:nvSpPr>
        <p:spPr>
          <a:xfrm>
            <a:off x="548640" y="35661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69417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5478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Information is scattered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89534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Details sit in brochures, notices and word of mouth.</a:t>
            </a:r>
            <a:endParaRPr lang="en-US" sz="1400" dirty="0"/>
          </a:p>
        </p:txBody>
      </p:sp>
      <p:sp>
        <p:nvSpPr>
          <p:cNvPr id="15" name="Callout"/>
          <p:cNvSpPr/>
          <p:nvPr/>
        </p:nvSpPr>
        <p:spPr>
          <a:xfrm>
            <a:off x="6035040" y="137160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035040" y="17373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60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9260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chatbot gives instant answers to every enquiry, any time of day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the chatbot works</a:t>
            </a:r>
            <a:endParaRPr lang="en-US" sz="3600" dirty="0"/>
          </a:p>
        </p:txBody>
      </p:sp>
      <p:sp>
        <p:nvSpPr>
          <p:cNvPr id="3" name="Step card"/>
          <p:cNvSpPr/>
          <p:nvPr/>
        </p:nvSpPr>
        <p:spPr>
          <a:xfrm>
            <a:off x="548640" y="137160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824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Ask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Student or parent types a question in the chat box.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2414016" y="2606040"/>
            <a:ext cx="173736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card"/>
          <p:cNvSpPr/>
          <p:nvPr/>
        </p:nvSpPr>
        <p:spPr>
          <a:xfrm>
            <a:off x="2624328" y="137160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2807208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224" y="16824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07208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Understand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807208" y="27889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bot detects the topic: course, hostel, admission…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4489704" y="2606040"/>
            <a:ext cx="173736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card"/>
          <p:cNvSpPr/>
          <p:nvPr/>
        </p:nvSpPr>
        <p:spPr>
          <a:xfrm>
            <a:off x="4700016" y="137160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4882896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68249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82896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Retrieve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4882896" y="27889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looks up matching facts in the college knowledge base.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>
            <a:off x="6565392" y="2606040"/>
            <a:ext cx="173736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card"/>
          <p:cNvSpPr/>
          <p:nvPr/>
        </p:nvSpPr>
        <p:spPr>
          <a:xfrm>
            <a:off x="6775704" y="137160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con circle"/>
          <p:cNvSpPr/>
          <p:nvPr/>
        </p:nvSpPr>
        <p:spPr>
          <a:xfrm>
            <a:off x="6958584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con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68249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58584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Answer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958584" y="27889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clear, friendly reply appears instantly.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4297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Built on Streamlit's chat interface: type a question, get an answer.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MRECW at a glance</a:t>
            </a:r>
            <a:endParaRPr lang="en-US" sz="3600" dirty="0"/>
          </a:p>
        </p:txBody>
      </p:sp>
      <p:sp>
        <p:nvSpPr>
          <p:cNvPr id="3" name="Stat card"/>
          <p:cNvSpPr/>
          <p:nvPr/>
        </p:nvSpPr>
        <p:spPr>
          <a:xfrm>
            <a:off x="548640" y="1371600"/>
            <a:ext cx="253288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Courses</a:t>
            </a:r>
            <a:endParaRPr lang="en-US" sz="1600" dirty="0"/>
          </a:p>
        </p:txBody>
      </p:sp>
      <p:sp>
        <p:nvSpPr>
          <p:cNvPr id="6" name="Stat card"/>
          <p:cNvSpPr/>
          <p:nvPr/>
        </p:nvSpPr>
        <p:spPr>
          <a:xfrm>
            <a:off x="3310128" y="1371600"/>
            <a:ext cx="253288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4448" y="15087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3584448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Departments</a:t>
            </a:r>
            <a:endParaRPr lang="en-US" sz="1600" dirty="0"/>
          </a:p>
        </p:txBody>
      </p:sp>
      <p:sp>
        <p:nvSpPr>
          <p:cNvPr id="9" name="Stat card"/>
          <p:cNvSpPr/>
          <p:nvPr/>
        </p:nvSpPr>
        <p:spPr>
          <a:xfrm>
            <a:off x="6071616" y="1371600"/>
            <a:ext cx="253288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45936" y="15087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6345936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Department blocks</a:t>
            </a:r>
            <a:endParaRPr lang="en-US" sz="1600" dirty="0"/>
          </a:p>
        </p:txBody>
      </p:sp>
      <p:sp>
        <p:nvSpPr>
          <p:cNvPr id="12" name="Stat card"/>
          <p:cNvSpPr/>
          <p:nvPr/>
        </p:nvSpPr>
        <p:spPr>
          <a:xfrm>
            <a:off x="548640" y="3108960"/>
            <a:ext cx="253288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2461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14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Hostel facilities</a:t>
            </a:r>
            <a:endParaRPr lang="en-US" sz="1600" dirty="0"/>
          </a:p>
        </p:txBody>
      </p:sp>
      <p:sp>
        <p:nvSpPr>
          <p:cNvPr id="15" name="Stat card"/>
          <p:cNvSpPr/>
          <p:nvPr/>
        </p:nvSpPr>
        <p:spPr>
          <a:xfrm>
            <a:off x="3310128" y="3108960"/>
            <a:ext cx="253288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84448" y="32461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17" name="Text 15"/>
          <p:cNvSpPr txBox="1"/>
          <p:nvPr/>
        </p:nvSpPr>
        <p:spPr>
          <a:xfrm>
            <a:off x="3584448" y="4114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Canteen</a:t>
            </a:r>
            <a:endParaRPr lang="en-US" sz="1600" dirty="0"/>
          </a:p>
        </p:txBody>
      </p:sp>
      <p:sp>
        <p:nvSpPr>
          <p:cNvPr id="18" name="Stat card"/>
          <p:cNvSpPr/>
          <p:nvPr/>
        </p:nvSpPr>
        <p:spPr>
          <a:xfrm>
            <a:off x="6071616" y="3108960"/>
            <a:ext cx="253288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45936" y="32461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4114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Einstein Block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274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480"/>
                </a:solidFill>
              </a:rPr>
              <a:t>3 hostel facilities = Hostel 1, Hostel 2 and the Apartment Hostel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Six B.Tech programmes</a:t>
            </a:r>
            <a:endParaRPr lang="en-US" sz="3600" dirty="0"/>
          </a:p>
        </p:txBody>
      </p:sp>
      <p:sp>
        <p:nvSpPr>
          <p:cNvPr id="3" name="Course card"/>
          <p:cNvSpPr/>
          <p:nvPr/>
        </p:nvSpPr>
        <p:spPr>
          <a:xfrm>
            <a:off x="548640" y="1371600"/>
            <a:ext cx="253288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B.Tech Artificial Intelligence and Machine Learning</a:t>
            </a:r>
            <a:endParaRPr lang="en-US" sz="1400" dirty="0"/>
          </a:p>
        </p:txBody>
      </p:sp>
      <p:sp>
        <p:nvSpPr>
          <p:cNvPr id="6" name="Course card"/>
          <p:cNvSpPr/>
          <p:nvPr/>
        </p:nvSpPr>
        <p:spPr>
          <a:xfrm>
            <a:off x="3310128" y="1371600"/>
            <a:ext cx="253288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38728" y="1508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CSE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538728" y="2057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B.Tech Computer Science and Engineering</a:t>
            </a:r>
            <a:endParaRPr lang="en-US" sz="1400" dirty="0"/>
          </a:p>
        </p:txBody>
      </p:sp>
      <p:sp>
        <p:nvSpPr>
          <p:cNvPr id="9" name="Course card"/>
          <p:cNvSpPr/>
          <p:nvPr/>
        </p:nvSpPr>
        <p:spPr>
          <a:xfrm>
            <a:off x="6071616" y="1371600"/>
            <a:ext cx="253288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508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300216" y="2057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B.Tech Information Technology</a:t>
            </a:r>
            <a:endParaRPr lang="en-US" sz="1400" dirty="0"/>
          </a:p>
        </p:txBody>
      </p:sp>
      <p:sp>
        <p:nvSpPr>
          <p:cNvPr id="12" name="Course card"/>
          <p:cNvSpPr/>
          <p:nvPr/>
        </p:nvSpPr>
        <p:spPr>
          <a:xfrm>
            <a:off x="548640" y="3108960"/>
            <a:ext cx="253288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CSD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B.Tech Computer Science and Data Science</a:t>
            </a:r>
            <a:endParaRPr lang="en-US" sz="1400" dirty="0"/>
          </a:p>
        </p:txBody>
      </p:sp>
      <p:sp>
        <p:nvSpPr>
          <p:cNvPr id="15" name="Course card"/>
          <p:cNvSpPr/>
          <p:nvPr/>
        </p:nvSpPr>
        <p:spPr>
          <a:xfrm>
            <a:off x="3310128" y="3108960"/>
            <a:ext cx="253288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38728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EEE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3538728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B.Tech Electrical and Electronics Engineering</a:t>
            </a:r>
            <a:endParaRPr lang="en-US" sz="1400" dirty="0"/>
          </a:p>
        </p:txBody>
      </p:sp>
      <p:sp>
        <p:nvSpPr>
          <p:cNvPr id="18" name="Course card"/>
          <p:cNvSpPr/>
          <p:nvPr/>
        </p:nvSpPr>
        <p:spPr>
          <a:xfrm>
            <a:off x="6071616" y="3108960"/>
            <a:ext cx="253288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0216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ECE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B.Tech Electronics and Communication Engineering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Campus facilities</a:t>
            </a:r>
            <a:endParaRPr lang="en-US" sz="3600" dirty="0"/>
          </a:p>
        </p:txBody>
      </p:sp>
      <p:sp>
        <p:nvSpPr>
          <p:cNvPr id="3" name="Einstein card"/>
          <p:cNvSpPr/>
          <p:nvPr/>
        </p:nvSpPr>
        <p:spPr>
          <a:xfrm>
            <a:off x="548640" y="1371600"/>
            <a:ext cx="384048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72821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Einstein Block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Placement-related activities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Student programmes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Training sessions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Events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Other college activities</a:t>
            </a:r>
            <a:endParaRPr lang="en-US" sz="1600" dirty="0"/>
          </a:p>
        </p:txBody>
      </p:sp>
      <p:sp>
        <p:nvSpPr>
          <p:cNvPr id="8" name="Facility card"/>
          <p:cNvSpPr/>
          <p:nvPr/>
        </p:nvSpPr>
        <p:spPr>
          <a:xfrm>
            <a:off x="4663440" y="1371600"/>
            <a:ext cx="3931920" cy="978408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4846320" y="159105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70992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508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Department blocks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18013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AIML, CSE, IT, CSD, EEE and ECE blocks</a:t>
            </a:r>
            <a:endParaRPr lang="en-US" sz="1400" dirty="0"/>
          </a:p>
        </p:txBody>
      </p:sp>
      <p:sp>
        <p:nvSpPr>
          <p:cNvPr id="13" name="Facility card"/>
          <p:cNvSpPr/>
          <p:nvPr/>
        </p:nvSpPr>
        <p:spPr>
          <a:xfrm>
            <a:off x="4663440" y="2505456"/>
            <a:ext cx="3931920" cy="978408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4846320" y="2724912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284378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577840" y="2642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Hostels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577840" y="29352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Hostel 1, Hostel 2 and Apartment Hostel</a:t>
            </a:r>
            <a:endParaRPr lang="en-US" sz="1400" dirty="0"/>
          </a:p>
        </p:txBody>
      </p:sp>
      <p:sp>
        <p:nvSpPr>
          <p:cNvPr id="18" name="Facility card"/>
          <p:cNvSpPr/>
          <p:nvPr/>
        </p:nvSpPr>
        <p:spPr>
          <a:xfrm>
            <a:off x="4663440" y="3639312"/>
            <a:ext cx="3931920" cy="978408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4846320" y="385876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con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97764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3776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Canteen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canteen on campus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Three routes to admission</a:t>
            </a:r>
            <a:endParaRPr lang="en-US" sz="3600" dirty="0"/>
          </a:p>
        </p:txBody>
      </p:sp>
      <p:sp>
        <p:nvSpPr>
          <p:cNvPr id="3" name="Admission card"/>
          <p:cNvSpPr/>
          <p:nvPr/>
        </p:nvSpPr>
        <p:spPr>
          <a:xfrm>
            <a:off x="548640" y="1371600"/>
            <a:ext cx="2532888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ber circle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TG EAPCET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Admission through the EAMCET / TG EAPCET entrance exam.</a:t>
            </a:r>
            <a:endParaRPr lang="en-US" sz="1400" dirty="0"/>
          </a:p>
        </p:txBody>
      </p:sp>
      <p:sp>
        <p:nvSpPr>
          <p:cNvPr id="8" name="Admission card"/>
          <p:cNvSpPr/>
          <p:nvPr/>
        </p:nvSpPr>
        <p:spPr>
          <a:xfrm>
            <a:off x="3310128" y="1371600"/>
            <a:ext cx="2532888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 circle"/>
          <p:cNvSpPr/>
          <p:nvPr/>
        </p:nvSpPr>
        <p:spPr>
          <a:xfrm>
            <a:off x="3538728" y="1600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872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ECET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2834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Admission through the ECET entrance exam.</a:t>
            </a:r>
            <a:endParaRPr lang="en-US" sz="1400" dirty="0"/>
          </a:p>
        </p:txBody>
      </p:sp>
      <p:sp>
        <p:nvSpPr>
          <p:cNvPr id="13" name="Admission card"/>
          <p:cNvSpPr/>
          <p:nvPr/>
        </p:nvSpPr>
        <p:spPr>
          <a:xfrm>
            <a:off x="6071616" y="1371600"/>
            <a:ext cx="2532888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ber circle"/>
          <p:cNvSpPr/>
          <p:nvPr/>
        </p:nvSpPr>
        <p:spPr>
          <a:xfrm>
            <a:off x="6300216" y="16002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021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300216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Management Quota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2834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Admission under the college's management quota.</a:t>
            </a:r>
            <a:endParaRPr lang="en-US" sz="1400" dirty="0"/>
          </a:p>
        </p:txBody>
      </p:sp>
      <p:sp>
        <p:nvSpPr>
          <p:cNvPr id="18" name="Note bar"/>
          <p:cNvSpPr/>
          <p:nvPr/>
        </p:nvSpPr>
        <p:spPr>
          <a:xfrm>
            <a:off x="548640" y="4023360"/>
            <a:ext cx="8046720" cy="594360"/>
          </a:xfrm>
          <a:prstGeom prst="roundRect">
            <a:avLst>
              <a:gd name="adj" fmla="val 184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0233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chatbot points applicants to the right route and to the college office for details.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Icon circle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Always available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719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Answers any time, day or night.</a:t>
            </a:r>
            <a:endParaRPr lang="en-US" sz="1400" dirty="0"/>
          </a:p>
        </p:txBody>
      </p:sp>
      <p:sp>
        <p:nvSpPr>
          <p:cNvPr id="7" name="Icon circle"/>
          <p:cNvSpPr/>
          <p:nvPr/>
        </p:nvSpPr>
        <p:spPr>
          <a:xfrm>
            <a:off x="4663440" y="13716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499616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32120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Natural questions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532120" y="1719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Ask in plain words, no menus to learn.</a:t>
            </a:r>
            <a:endParaRPr lang="en-US" sz="1400" dirty="0"/>
          </a:p>
        </p:txBody>
      </p:sp>
      <p:sp>
        <p:nvSpPr>
          <p:cNvPr id="11" name="Icon circle"/>
          <p:cNvSpPr/>
          <p:nvPr/>
        </p:nvSpPr>
        <p:spPr>
          <a:xfrm>
            <a:off x="548640" y="2468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59689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2450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Consistent facts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28163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Everyone gets the same accurate details.</a:t>
            </a:r>
            <a:endParaRPr lang="en-US" sz="1400" dirty="0"/>
          </a:p>
        </p:txBody>
      </p:sp>
      <p:sp>
        <p:nvSpPr>
          <p:cNvPr id="15" name="Icon circle"/>
          <p:cNvSpPr/>
          <p:nvPr/>
        </p:nvSpPr>
        <p:spPr>
          <a:xfrm>
            <a:off x="4663440" y="2468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59689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532120" y="2450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Easy to update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5532120" y="28163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Edit the knowledge base to add new details.</a:t>
            </a:r>
            <a:endParaRPr lang="en-US" sz="1400" dirty="0"/>
          </a:p>
        </p:txBody>
      </p:sp>
      <p:sp>
        <p:nvSpPr>
          <p:cNvPr id="19" name="Icon circle"/>
          <p:cNvSpPr/>
          <p:nvPr/>
        </p:nvSpPr>
        <p:spPr>
          <a:xfrm>
            <a:off x="548640" y="35661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694176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17320" y="3547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Works on any device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1417320" y="39136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Simple chat page for phone or laptop.</a:t>
            </a:r>
            <a:endParaRPr lang="en-US" sz="1400" dirty="0"/>
          </a:p>
        </p:txBody>
      </p:sp>
      <p:sp>
        <p:nvSpPr>
          <p:cNvPr id="23" name="Icon circle"/>
          <p:cNvSpPr/>
          <p:nvPr/>
        </p:nvSpPr>
        <p:spPr>
          <a:xfrm>
            <a:off x="4663440" y="35661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con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3694176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532120" y="3547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Covers the campus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5532120" y="39136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Courses, blocks, hostels, canteen, admissions.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Sample conversation</a:t>
            </a:r>
            <a:endParaRPr lang="en-US" sz="3600" dirty="0"/>
          </a:p>
        </p:txBody>
      </p:sp>
      <p:sp>
        <p:nvSpPr>
          <p:cNvPr id="3" name="Chat window"/>
          <p:cNvSpPr/>
          <p:nvPr/>
        </p:nvSpPr>
        <p:spPr>
          <a:xfrm>
            <a:off x="548640" y="1280160"/>
            <a:ext cx="539496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User bubble"/>
          <p:cNvSpPr/>
          <p:nvPr/>
        </p:nvSpPr>
        <p:spPr>
          <a:xfrm>
            <a:off x="3108960" y="1463040"/>
            <a:ext cx="265176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4612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What courses are offered?</a:t>
            </a:r>
            <a:endParaRPr lang="en-US" sz="1400" dirty="0"/>
          </a:p>
        </p:txBody>
      </p:sp>
      <p:sp>
        <p:nvSpPr>
          <p:cNvPr id="6" name="Bot bubble"/>
          <p:cNvSpPr/>
          <p:nvPr/>
        </p:nvSpPr>
        <p:spPr>
          <a:xfrm>
            <a:off x="731520" y="2057400"/>
            <a:ext cx="4206240" cy="713232"/>
          </a:xfrm>
          <a:prstGeom prst="roundRect">
            <a:avLst>
              <a:gd name="adj" fmla="val 1794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574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MRECW offers 6 B.Tech programmes: AIML, CSE, IT, CSD, EEE and ECE.</a:t>
            </a:r>
            <a:endParaRPr lang="en-US" sz="1400" dirty="0"/>
          </a:p>
        </p:txBody>
      </p:sp>
      <p:sp>
        <p:nvSpPr>
          <p:cNvPr id="8" name="User bubble"/>
          <p:cNvSpPr/>
          <p:nvPr/>
        </p:nvSpPr>
        <p:spPr>
          <a:xfrm>
            <a:off x="3108960" y="2926080"/>
            <a:ext cx="2651760" cy="457200"/>
          </a:xfrm>
          <a:prstGeom prst="roundRect">
            <a:avLst>
              <a:gd name="adj" fmla="val 2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How can I get admission?</a:t>
            </a:r>
            <a:endParaRPr lang="en-US" sz="1400" dirty="0"/>
          </a:p>
        </p:txBody>
      </p:sp>
      <p:sp>
        <p:nvSpPr>
          <p:cNvPr id="10" name="Bot bubble"/>
          <p:cNvSpPr/>
          <p:nvPr/>
        </p:nvSpPr>
        <p:spPr>
          <a:xfrm>
            <a:off x="731520" y="3520440"/>
            <a:ext cx="4206240" cy="713232"/>
          </a:xfrm>
          <a:prstGeom prst="roundRect">
            <a:avLst>
              <a:gd name="adj" fmla="val 1794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5204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Through TG EAPCET (EAMCET), ECET or the Management Quota.</a:t>
            </a:r>
            <a:endParaRPr lang="en-US" sz="1400" dirty="0"/>
          </a:p>
        </p:txBody>
      </p:sp>
      <p:sp>
        <p:nvSpPr>
          <p:cNvPr id="12" name="Input bar"/>
          <p:cNvSpPr/>
          <p:nvPr/>
        </p:nvSpPr>
        <p:spPr>
          <a:xfrm>
            <a:off x="731520" y="4297680"/>
            <a:ext cx="5029200" cy="228600"/>
          </a:xfrm>
          <a:prstGeom prst="roundRect">
            <a:avLst>
              <a:gd name="adj" fmla="val 4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ry asking"/>
          <p:cNvSpPr/>
          <p:nvPr/>
        </p:nvSpPr>
        <p:spPr>
          <a:xfrm>
            <a:off x="6217920" y="1280160"/>
            <a:ext cx="2377440" cy="333756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Try asking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1965960"/>
            <a:ext cx="2011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Tell me about hostels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What is in the Einstein Block?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Which departments are there?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Is there a canteen?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Technology and architecture</a:t>
            </a:r>
            <a:endParaRPr lang="en-US" sz="3600" dirty="0"/>
          </a:p>
        </p:txBody>
      </p:sp>
      <p:sp>
        <p:nvSpPr>
          <p:cNvPr id="3" name="Layer card"/>
          <p:cNvSpPr/>
          <p:nvPr/>
        </p:nvSpPr>
        <p:spPr>
          <a:xfrm>
            <a:off x="548640" y="1371600"/>
            <a:ext cx="253288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6733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Streamlit chat UI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Chat input and message bubbles in the browser.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3108960" y="2286000"/>
            <a:ext cx="155448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Layer card"/>
          <p:cNvSpPr/>
          <p:nvPr/>
        </p:nvSpPr>
        <p:spPr>
          <a:xfrm>
            <a:off x="3310128" y="1371600"/>
            <a:ext cx="253288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3538728" y="1554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733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8728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 response logic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38728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Matches the topic of the question and builds the reply.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5870448" y="2286000"/>
            <a:ext cx="155448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Layer card"/>
          <p:cNvSpPr/>
          <p:nvPr/>
        </p:nvSpPr>
        <p:spPr>
          <a:xfrm>
            <a:off x="6071616" y="1371600"/>
            <a:ext cx="253288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6300216" y="1554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67335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0216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College knowledge base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00216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Courses, blocks, hostels and admissions in one place.</a:t>
            </a:r>
            <a:endParaRPr lang="en-US" sz="1400" dirty="0"/>
          </a:p>
        </p:txBody>
      </p:sp>
      <p:sp>
        <p:nvSpPr>
          <p:cNvPr id="20" name="Code box"/>
          <p:cNvSpPr/>
          <p:nvPr/>
        </p:nvSpPr>
        <p:spPr>
          <a:xfrm>
            <a:off x="548640" y="3657600"/>
            <a:ext cx="47548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77240" y="365760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A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requirements.txt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streamlit&gt;=1.40,&lt;2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577840" y="3657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Pinned to Streamlit 1.x so the app stays stable on every install.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Benefits and future scope</a:t>
            </a:r>
            <a:endParaRPr lang="en-US" sz="3600" dirty="0"/>
          </a:p>
        </p:txBody>
      </p:sp>
      <p:sp>
        <p:nvSpPr>
          <p:cNvPr id="3" name="Column card"/>
          <p:cNvSpPr/>
          <p:nvPr/>
        </p:nvSpPr>
        <p:spPr>
          <a:xfrm>
            <a:off x="548640" y="1371600"/>
            <a:ext cx="393192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Saves staff time on repeat questions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Instant answers at any hour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Consistent, accurate information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Simple to extend with new details</a:t>
            </a:r>
            <a:endParaRPr lang="en-US" sz="1600" dirty="0"/>
          </a:p>
        </p:txBody>
      </p:sp>
      <p:sp>
        <p:nvSpPr>
          <p:cNvPr id="6" name="Column card"/>
          <p:cNvSpPr/>
          <p:nvPr/>
        </p:nvSpPr>
        <p:spPr>
          <a:xfrm>
            <a:off x="4663440" y="1371600"/>
            <a:ext cx="393192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554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14884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Telugu and Hindi support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Voice input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Live updates on dates and fees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Website and WhatsApp integration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LLM-powered answers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Thank you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Questions? Ask the chatbot, or ask us.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Malla Reddy Engineering College for Women (MRECW)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Maisammaguda, Hyderabad, Telangana</a:t>
            </a:r>
            <a:endParaRPr lang="en-US" sz="1400" dirty="0"/>
          </a:p>
        </p:txBody>
      </p:sp>
      <p:sp>
        <p:nvSpPr>
          <p:cNvPr id="5" name="Icon circle"/>
          <p:cNvSpPr/>
          <p:nvPr/>
        </p:nvSpPr>
        <p:spPr>
          <a:xfrm>
            <a:off x="6400800" y="1554480"/>
            <a:ext cx="1645920" cy="1645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9202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RECW Chatbot">
  <a:themeElements>
    <a:clrScheme name="MRECW Chatbot">
      <a:dk1>
        <a:srgbClr val="1F1B2E"/>
      </a:dk1>
      <a:lt1>
        <a:srgbClr val="FFFFFF"/>
      </a:lt1>
      <a:dk2>
        <a:srgbClr val="3B1F5E"/>
      </a:dk2>
      <a:lt2>
        <a:srgbClr val="F3EEF9"/>
      </a:lt2>
      <a:accent1>
        <a:srgbClr val="5B2A86"/>
      </a:accent1>
      <a:accent2>
        <a:srgbClr val="F26B5B"/>
      </a:accent2>
      <a:accent3>
        <a:srgbClr val="1C9C8F"/>
      </a:accent3>
      <a:accent4>
        <a:srgbClr val="F2B84B"/>
      </a:accent4>
      <a:accent5>
        <a:srgbClr val="8E5CC2"/>
      </a:accent5>
      <a:accent6>
        <a:srgbClr val="2E7D9A"/>
      </a:accent6>
      <a:hlink>
        <a:srgbClr val="5B2A86"/>
      </a:hlink>
      <a:folHlink>
        <a:srgbClr val="8E5CC2"/>
      </a:folHlink>
    </a:clrScheme>
    <a:fontScheme name="MRECW Chatbo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College Enquiry Chatbot – MRECW</dc:title>
  <dc:subject>PptxGenJS Presentation</dc:subject>
  <dc:creator>MRECW</dc:creator>
  <cp:lastModifiedBy>MRECW</cp:lastModifiedBy>
  <cp:revision>1</cp:revision>
  <dcterms:created xsi:type="dcterms:W3CDTF">2026-10-06T07:03:39Z</dcterms:created>
  <dcterms:modified xsi:type="dcterms:W3CDTF">2026-10-06T07:03:39Z</dcterms:modified>
</cp:coreProperties>
</file>